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13552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79563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95339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115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83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982486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088489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07182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07975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827219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54234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2606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453700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282356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48209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750164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907023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0416493-0C3F-4ABB-8563-A98E12E8A646}" type="datetimeFigureOut">
              <a:rPr lang="en-KE" smtClean="0"/>
              <a:t>16/01/2026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5B41-E0B8-4F07-ABFE-2C7EB499FE1D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8894699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7F172-EB96-4F8D-85B7-45F7C4B124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4206" y="1659467"/>
            <a:ext cx="9290148" cy="3021735"/>
          </a:xfrm>
        </p:spPr>
        <p:txBody>
          <a:bodyPr/>
          <a:lstStyle/>
          <a:p>
            <a:r>
              <a:rPr lang="en-US" sz="8000" dirty="0"/>
              <a:t>API INTEGRATION WITH API </a:t>
            </a:r>
            <a:r>
              <a:rPr lang="en-US" dirty="0"/>
              <a:t>GATEWAY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879232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A7483-66B3-42A9-9AA6-5BA53EEA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Project Overview</a:t>
            </a:r>
            <a:endParaRPr lang="en-KE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09511-5542-4190-AC55-57566C8CB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10130745" cy="4846132"/>
          </a:xfrm>
        </p:spPr>
        <p:txBody>
          <a:bodyPr/>
          <a:lstStyle/>
          <a:p>
            <a:r>
              <a:rPr lang="en-US" sz="2800" dirty="0"/>
              <a:t>This project focused on exposing an AWS Lambda function to the internet by creating a RESTful API using Amazon API Gateway. </a:t>
            </a:r>
          </a:p>
          <a:p>
            <a:r>
              <a:rPr lang="en-US" sz="2800" dirty="0"/>
              <a:t>The goal was to gain practical experience in integrating serverless compute with API endpoints, enabling external clients to interact with backend functions securely and efficiently.</a:t>
            </a:r>
            <a:endParaRPr lang="en-KE" sz="2800" dirty="0"/>
          </a:p>
        </p:txBody>
      </p:sp>
    </p:spTree>
    <p:extLst>
      <p:ext uri="{BB962C8B-B14F-4D97-AF65-F5344CB8AC3E}">
        <p14:creationId xmlns:p14="http://schemas.microsoft.com/office/powerpoint/2010/main" val="419413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CB973-544C-45B8-8187-E82F9A6A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Objectives</a:t>
            </a:r>
            <a:br>
              <a:rPr lang="en-US" dirty="0"/>
            </a:b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85195-DFD3-4132-8BF1-47CD4F23B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664215" cy="4195481"/>
          </a:xfrm>
        </p:spPr>
        <p:txBody>
          <a:bodyPr/>
          <a:lstStyle/>
          <a:p>
            <a:r>
              <a:rPr lang="en-US" sz="2800" dirty="0"/>
              <a:t>Design and deploy a publicly accessible API.</a:t>
            </a:r>
          </a:p>
          <a:p>
            <a:r>
              <a:rPr lang="en-US" sz="2800" dirty="0"/>
              <a:t>Integrate AWS Lambda functions with Amazon API Gateway.</a:t>
            </a:r>
          </a:p>
          <a:p>
            <a:r>
              <a:rPr lang="en-US" sz="2800" dirty="0"/>
              <a:t>Test API endpoints to ensure proper functionality and response handling.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1354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4863-961F-4EE7-B96A-96F7E18D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Services Used</a:t>
            </a:r>
            <a:br>
              <a:rPr lang="en-US" dirty="0"/>
            </a:b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96D2-1A63-45EF-9D65-7A14BD3FF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093423" cy="4195481"/>
          </a:xfrm>
        </p:spPr>
        <p:txBody>
          <a:bodyPr/>
          <a:lstStyle/>
          <a:p>
            <a:r>
              <a:rPr lang="en-US" sz="2800" b="1" dirty="0"/>
              <a:t>Amazon API Gateway</a:t>
            </a:r>
            <a:r>
              <a:rPr lang="en-US" sz="2800" dirty="0"/>
              <a:t> – for creating, managing, and deploying APIs.</a:t>
            </a:r>
          </a:p>
          <a:p>
            <a:r>
              <a:rPr lang="en-US" sz="2800" b="1" dirty="0"/>
              <a:t>AWS Lambda</a:t>
            </a:r>
            <a:r>
              <a:rPr lang="en-US" sz="2800" dirty="0"/>
              <a:t> – for executing serverless backend functions.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25348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89CC9-6B6D-4012-9143-CE84B6D1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en-US" sz="4400" b="1" dirty="0"/>
              <a:t>Key Responsibilities</a:t>
            </a:r>
            <a:br>
              <a:rPr lang="en-US" dirty="0"/>
            </a:b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10590-3405-4D27-AD04-E3AF80E2D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541292" cy="419548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Developed Lambda functions to handle API requests and return responses.</a:t>
            </a:r>
          </a:p>
          <a:p>
            <a:r>
              <a:rPr lang="en-US" sz="2800" dirty="0"/>
              <a:t>Configured API Gateway to create secure and publicly accessible endpoints.</a:t>
            </a:r>
          </a:p>
          <a:p>
            <a:r>
              <a:rPr lang="en-US" sz="2800" dirty="0"/>
              <a:t>Integrated Lambda functions with API Gateway to enable seamless execution.</a:t>
            </a:r>
          </a:p>
          <a:p>
            <a:r>
              <a:rPr lang="en-US" sz="2800" dirty="0"/>
              <a:t>Tested API endpoints to ensure reliability and correct data output.</a:t>
            </a:r>
          </a:p>
          <a:p>
            <a:r>
              <a:rPr lang="en-US" sz="2800" dirty="0"/>
              <a:t>Implemented best practices for serverless architecture and API management.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103297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5DCE-C2FA-4419-A198-7D9725B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52718"/>
            <a:ext cx="11252718" cy="1432066"/>
          </a:xfrm>
        </p:spPr>
        <p:txBody>
          <a:bodyPr/>
          <a:lstStyle/>
          <a:p>
            <a:r>
              <a:rPr lang="en-US" dirty="0"/>
              <a:t>Developed Lambda functions to handle API requests and return responses.</a:t>
            </a:r>
            <a:br>
              <a:rPr lang="en-US" dirty="0"/>
            </a:br>
            <a:endParaRPr lang="en-KE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544B80-DC2D-4BC8-8A14-1C61EFF5B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237" y="1884784"/>
            <a:ext cx="9946432" cy="460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833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2E53-CAD3-4D8C-ACE7-E2DEC4FFF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18" y="452718"/>
            <a:ext cx="10972799" cy="1600200"/>
          </a:xfrm>
        </p:spPr>
        <p:txBody>
          <a:bodyPr/>
          <a:lstStyle/>
          <a:p>
            <a:r>
              <a:rPr lang="en-US" dirty="0"/>
              <a:t>Configured API Gateway to create secure and publicly accessible endpoints</a:t>
            </a:r>
            <a:endParaRPr lang="en-K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1E1EF-1B68-4D70-935E-1A6B2C57F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929" y="2052918"/>
            <a:ext cx="7066737" cy="41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96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855A4-922C-4376-B7D0-A24EC780C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717"/>
            <a:ext cx="11364685" cy="6060049"/>
          </a:xfrm>
        </p:spPr>
        <p:txBody>
          <a:bodyPr/>
          <a:lstStyle/>
          <a:p>
            <a:r>
              <a:rPr lang="en-US" dirty="0"/>
              <a:t>Integrated Lambda functions with API Gateway to enable seamless execution.</a:t>
            </a:r>
            <a:br>
              <a:rPr lang="en-US" dirty="0"/>
            </a:b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804B2-ED3C-4A62-9B41-6B35A4F14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KE" dirty="0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445374B6-468C-403F-9A6F-023B805BF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76437"/>
            <a:ext cx="5266267" cy="4572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14DBED-CB3F-4B6E-B913-353E43E1B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0" y="1976437"/>
            <a:ext cx="6731000" cy="457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517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B27AE-5C91-4807-8179-43331B8E3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17" y="452718"/>
            <a:ext cx="9770917" cy="1400530"/>
          </a:xfrm>
        </p:spPr>
        <p:txBody>
          <a:bodyPr/>
          <a:lstStyle/>
          <a:p>
            <a:r>
              <a:rPr lang="en-US" dirty="0"/>
              <a:t>Tested API endpoints to ensure reliability and correct data output.</a:t>
            </a:r>
            <a:br>
              <a:rPr lang="en-US" dirty="0"/>
            </a:br>
            <a:endParaRPr lang="en-K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C51E025-754D-45BD-8EB7-04EB97D8C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842" y="2052917"/>
            <a:ext cx="4996157" cy="3323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6F3381-4EB6-4291-9F79-4579CA876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00" y="2052918"/>
            <a:ext cx="5139267" cy="313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05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FC63-6492-435D-AF0F-990653215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0434"/>
          </a:xfrm>
        </p:spPr>
        <p:txBody>
          <a:bodyPr/>
          <a:lstStyle/>
          <a:p>
            <a:r>
              <a:rPr lang="en-US" sz="4400" b="1" dirty="0"/>
              <a:t>Results &amp; Outcomes</a:t>
            </a:r>
            <a:br>
              <a:rPr lang="en-US" dirty="0"/>
            </a:br>
            <a:endParaRPr lang="en-K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C39C49-4074-4967-873D-93ECB18516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1330328"/>
            <a:ext cx="916675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Successfully deployed a publicly accessible API endpoint using </a:t>
            </a:r>
            <a:r>
              <a:rPr kumimoji="0" lang="en-KE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Amazon API Gateway</a:t>
            </a: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integrated with </a:t>
            </a:r>
            <a:r>
              <a:rPr kumimoji="0" lang="en-KE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AWS Lambda</a:t>
            </a: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Verified end-to-end request flow from client → API Gateway → Lambda, confirming correct routing and execution.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Identified and resolved a critical routing issue by understanding that API Gateway requires the defined </a:t>
            </a:r>
            <a:r>
              <a:rPr kumimoji="0" lang="en-KE" altLang="en-K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route path</a:t>
            </a: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to be included in the invoke URL for successful Lambda invocation.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Gained hands-on experience troubleshooting serverless APIs, reinforcing the importance of route configuration, stage deployment, and URL structure in API Gateway.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KE" altLang="en-K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Improved practical debugging skills by systematically validating configurations rather than relying on assumptions.</a:t>
            </a:r>
          </a:p>
        </p:txBody>
      </p:sp>
    </p:spTree>
    <p:extLst>
      <p:ext uri="{BB962C8B-B14F-4D97-AF65-F5344CB8AC3E}">
        <p14:creationId xmlns:p14="http://schemas.microsoft.com/office/powerpoint/2010/main" val="2412920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F8912-361A-4BED-893F-1E4372F07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Skills Gained</a:t>
            </a:r>
            <a:br>
              <a:rPr lang="en-US" dirty="0"/>
            </a:br>
            <a:endParaRPr lang="en-K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DB5828-B57D-488B-B54F-5FAC622262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1896210"/>
            <a:ext cx="10962166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KE" altLang="en-K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Serverless architecture using </a:t>
            </a:r>
            <a:r>
              <a:rPr kumimoji="0" lang="en-KE" altLang="en-KE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AWS Lambda</a:t>
            </a:r>
            <a:r>
              <a:rPr kumimoji="0" lang="en-KE" altLang="en-K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and </a:t>
            </a:r>
            <a:r>
              <a:rPr kumimoji="0" lang="en-KE" altLang="en-KE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Amazon API Gateway</a:t>
            </a:r>
            <a:endParaRPr kumimoji="0" lang="en-KE" altLang="en-KE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KE" altLang="en-K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RESTful API design and deployment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KE" altLang="en-K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API Gateway routing and URL structure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KE" altLang="en-K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Serverless integration and request flow analysis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KE" altLang="en-K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Cloud troubleshooting and debugging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KE" altLang="en-KE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AWS console navigation and service integration</a:t>
            </a:r>
          </a:p>
        </p:txBody>
      </p:sp>
    </p:spTree>
    <p:extLst>
      <p:ext uri="{BB962C8B-B14F-4D97-AF65-F5344CB8AC3E}">
        <p14:creationId xmlns:p14="http://schemas.microsoft.com/office/powerpoint/2010/main" val="675059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3FFD-3E64-4505-99D6-DAE7F80CC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Conclusion</a:t>
            </a:r>
            <a:endParaRPr lang="en-KE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E27B3-6965-44EF-827C-75A1DD2F5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853248"/>
            <a:ext cx="11088688" cy="4195481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sz="2800" dirty="0"/>
              <a:t>This project reinforced key skills in serverless architecture and cloud service integration. By successfully exposing a Lambda function via API Gateway, it demonstrated how cloud-native services can be combined to build scalable and secure APIs. </a:t>
            </a:r>
          </a:p>
          <a:p>
            <a:r>
              <a:rPr lang="en-US" sz="2800" dirty="0"/>
              <a:t>The experience gained provides a solid foundation for developing more complex serverless applications and integrating multiple AWS services in real-world projects.</a:t>
            </a:r>
            <a:endParaRPr lang="en-KE" sz="2800" dirty="0"/>
          </a:p>
        </p:txBody>
      </p:sp>
    </p:spTree>
    <p:extLst>
      <p:ext uri="{BB962C8B-B14F-4D97-AF65-F5344CB8AC3E}">
        <p14:creationId xmlns:p14="http://schemas.microsoft.com/office/powerpoint/2010/main" val="2483155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506</TotalTime>
  <Words>420</Words>
  <Application>Microsoft Office PowerPoint</Application>
  <PresentationFormat>Widescreen</PresentationFormat>
  <Paragraphs>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Wingdings</vt:lpstr>
      <vt:lpstr>Wingdings 3</vt:lpstr>
      <vt:lpstr>Ion</vt:lpstr>
      <vt:lpstr>API INTEGRATION WITH API GATEWAY</vt:lpstr>
      <vt:lpstr>Project Overview</vt:lpstr>
      <vt:lpstr>Objectives </vt:lpstr>
      <vt:lpstr>Services Used </vt:lpstr>
      <vt:lpstr>Key Responsibilities </vt:lpstr>
      <vt:lpstr>Developed Lambda functions to handle API requests and return responses. </vt:lpstr>
      <vt:lpstr>Configured API Gateway to create secure and publicly accessible endpoints</vt:lpstr>
      <vt:lpstr>Integrated Lambda functions with API Gateway to enable seamless execution. </vt:lpstr>
      <vt:lpstr>Tested API endpoints to ensure reliability and correct data output. </vt:lpstr>
      <vt:lpstr>Results &amp; Outcomes </vt:lpstr>
      <vt:lpstr>Skills Gained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Integration with API Gateway</dc:title>
  <dc:creator>user</dc:creator>
  <cp:lastModifiedBy>user</cp:lastModifiedBy>
  <cp:revision>12</cp:revision>
  <dcterms:created xsi:type="dcterms:W3CDTF">2026-01-15T20:46:51Z</dcterms:created>
  <dcterms:modified xsi:type="dcterms:W3CDTF">2026-01-16T18:56:58Z</dcterms:modified>
</cp:coreProperties>
</file>